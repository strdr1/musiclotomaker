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F1C40F"/>
                </a:solidFill>
              </a:defRPr>
            </a:pPr>
            <a:r>
              <a:t>Музыкальная Коллекция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Всего треков: 2</a:t>
            </a:r>
          </a:p>
          <a:p>
            <a:r>
              <a:t>Современная презентация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Сгенерировано: 18.10.2025 19:35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F1C40F"/>
                </a:solidFill>
              </a:defRPr>
            </a:pPr>
            <a:r>
              <a:t>Трек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🎤 Исполнитель:</a:t>
            </a:r>
          </a:p>
          <a:p>
            <a:pPr>
              <a:defRPr sz="2000" b="1">
                <a:solidFill>
                  <a:srgbClr val="2980B9"/>
                </a:solidFill>
              </a:defRPr>
            </a:pPr>
            <a:r>
              <a:t>ГиоПика</a:t>
            </a:r>
          </a:p>
          <a:p>
            <a:pPr>
              <a:defRPr b="1" sz="1800">
                <a:solidFill>
                  <a:srgbClr val="FFFFFF"/>
                </a:solidFill>
              </a:defRPr>
            </a:pPr>
            <a:r>
              <a:t>🎵 Название трека: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Где прошла ты</a:t>
            </a:r>
          </a:p>
          <a:p>
            <a:pPr>
              <a:defRPr b="1" sz="1400">
                <a:solidFill>
                  <a:srgbClr val="ECF0F1"/>
                </a:solidFill>
              </a:defRPr>
            </a:pPr>
            <a:r>
              <a:t>📁 Оригинальный файл:</a:t>
            </a:r>
          </a:p>
          <a:p>
            <a:pPr>
              <a:defRPr sz="1200">
                <a:solidFill>
                  <a:srgbClr val="ECF0F1"/>
                </a:solidFill>
              </a:defRPr>
            </a:pPr>
            <a:r>
              <a:t>ГиоПика - Где прошла ты.mp3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21792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ECF0F1"/>
                </a:solidFill>
              </a:defRPr>
            </a:pPr>
            <a:r>
              <a:t>1/2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F1C40F"/>
                </a:solidFill>
              </a:defRPr>
            </a:pPr>
            <a:r>
              <a:t>Трек #2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🎤 Исполнитель:</a:t>
            </a:r>
          </a:p>
          <a:p>
            <a:pPr>
              <a:defRPr sz="2000" b="1">
                <a:solidFill>
                  <a:srgbClr val="2980B9"/>
                </a:solidFill>
              </a:defRPr>
            </a:pPr>
            <a:r>
              <a:t>Анна асти</a:t>
            </a:r>
          </a:p>
          <a:p>
            <a:pPr>
              <a:defRPr b="1" sz="1800">
                <a:solidFill>
                  <a:srgbClr val="FFFFFF"/>
                </a:solidFill>
              </a:defRPr>
            </a:pPr>
            <a:r>
              <a:t>🎵 Название трека: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По барам</a:t>
            </a:r>
          </a:p>
          <a:p>
            <a:pPr>
              <a:defRPr b="1" sz="1400">
                <a:solidFill>
                  <a:srgbClr val="ECF0F1"/>
                </a:solidFill>
              </a:defRPr>
            </a:pPr>
            <a:r>
              <a:t>📁 Оригинальный файл:</a:t>
            </a:r>
          </a:p>
          <a:p>
            <a:pPr>
              <a:defRPr sz="1200">
                <a:solidFill>
                  <a:srgbClr val="ECF0F1"/>
                </a:solidFill>
              </a:defRPr>
            </a:pPr>
            <a:r>
              <a:t>Анна асти - По барам.mp3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21792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ECF0F1"/>
                </a:solidFill>
              </a:defRPr>
            </a:pPr>
            <a:r>
              <a:t>2/2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F1C40F"/>
                </a:solidFill>
              </a:defRPr>
            </a:pPr>
            <a:r>
              <a:t>Статистика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</a:defRPr>
            </a:pPr>
            <a:r>
              <a:t>📊 Всего треков: 2</a:t>
            </a:r>
          </a:p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</a:defRPr>
            </a:pPr>
            <a:r>
              <a:t>🎤 Уникальных исполнителей: 2</a:t>
            </a:r>
          </a:p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</a:defRPr>
            </a:pPr>
            <a:r>
              <a:t>⏱️ Общая продолжительность: ~1.0 минут</a:t>
            </a:r>
          </a:p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</a:defRPr>
            </a:pPr>
            <a:r>
              <a:t>📅 Дата генерации: 18.10.2025 19:35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