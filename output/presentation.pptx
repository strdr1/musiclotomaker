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Музыкальное Лото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Всего треков: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Трек #1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Исполнитель: Kravc_Gio_Pika_-_Gde_proshla_ty_75704918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Трек: Без названия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64C8"/>
                </a:solidFill>
              </a:defRPr>
            </a:pPr>
            <a:r>
              <a:t>🎵 Музыкальный отрывок 30 секунд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59436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1/2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Трек #2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Исполнитель: GAYAZOV_BROTHER_-_Pyanyjj_tuman_62788609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Трек: Без названия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64C8"/>
                </a:solidFill>
              </a:defRPr>
            </a:pPr>
            <a:r>
              <a:t>🎵 Музыкальный отрывок 30 секунд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59436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2/3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