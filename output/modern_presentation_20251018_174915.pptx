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1C40F"/>
                </a:solidFill>
              </a:defRPr>
            </a:pPr>
            <a:r>
              <a:t>Музыкальная Коллекция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Всего треков: 5</a:t>
            </a:r>
          </a:p>
          <a:p>
            <a:r>
              <a:t>Современная презентация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Сгенерировано: 18.10.2025 17:49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1C40F"/>
                </a:solidFill>
              </a:defRPr>
            </a:pPr>
            <a:r>
              <a:t>Трек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🎤 Исполнитель:</a:t>
            </a:r>
          </a:p>
          <a:p>
            <a:pPr>
              <a:defRPr sz="2000" b="1">
                <a:solidFill>
                  <a:srgbClr val="2980B9"/>
                </a:solidFill>
              </a:defRPr>
            </a:pPr>
            <a:r>
              <a:t>ГиоПика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🎵 Название трека: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Где прошла ты</a:t>
            </a:r>
          </a:p>
          <a:p>
            <a:pPr>
              <a:defRPr b="1" sz="1400">
                <a:solidFill>
                  <a:srgbClr val="ECF0F1"/>
                </a:solidFill>
              </a:defRPr>
            </a:pPr>
            <a:r>
              <a:t>📁 Оригинальный файл:</a:t>
            </a:r>
          </a:p>
          <a:p>
            <a:pPr>
              <a:defRPr sz="1200">
                <a:solidFill>
                  <a:srgbClr val="ECF0F1"/>
                </a:solidFill>
              </a:defRPr>
            </a:pPr>
            <a:r>
              <a:t>ГиоПика - Где прошла ты.mp3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CF0F1"/>
                </a:solidFill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1C40F"/>
                </a:solidFill>
              </a:defRPr>
            </a:pPr>
            <a:r>
              <a:t>Трек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🎤 Исполнитель:</a:t>
            </a:r>
          </a:p>
          <a:p>
            <a:pPr>
              <a:defRPr sz="2000" b="1">
                <a:solidFill>
                  <a:srgbClr val="2980B9"/>
                </a:solidFill>
              </a:defRPr>
            </a:pPr>
            <a:r>
              <a:t>GAYAZOV BROTHER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🎵 Название трека: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pyanyjj_tuman</a:t>
            </a:r>
          </a:p>
          <a:p>
            <a:pPr>
              <a:defRPr b="1" sz="1400">
                <a:solidFill>
                  <a:srgbClr val="ECF0F1"/>
                </a:solidFill>
              </a:defRPr>
            </a:pPr>
            <a:r>
              <a:t>📁 Оригинальный файл:</a:t>
            </a:r>
          </a:p>
          <a:p>
            <a:pPr>
              <a:defRPr sz="1200">
                <a:solidFill>
                  <a:srgbClr val="ECF0F1"/>
                </a:solidFill>
              </a:defRPr>
            </a:pPr>
            <a:r>
              <a:t>GAYAZOV_BROTHER_-_Pyanyjj_tuman_62788609.mp3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CF0F1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1C40F"/>
                </a:solidFill>
              </a:defRPr>
            </a:pPr>
            <a:r>
              <a:t>Трек 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🎤 Исполнитель:</a:t>
            </a:r>
          </a:p>
          <a:p>
            <a:pPr>
              <a:defRPr sz="2000" b="1">
                <a:solidFill>
                  <a:srgbClr val="2980B9"/>
                </a:solidFill>
              </a:defRPr>
            </a:pPr>
            <a:r>
              <a:t>ГиоПика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🎵 Название трека: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Где прошла ты</a:t>
            </a:r>
          </a:p>
          <a:p>
            <a:pPr>
              <a:defRPr b="1" sz="1400">
                <a:solidFill>
                  <a:srgbClr val="ECF0F1"/>
                </a:solidFill>
              </a:defRPr>
            </a:pPr>
            <a:r>
              <a:t>📁 Оригинальный файл:</a:t>
            </a:r>
          </a:p>
          <a:p>
            <a:pPr>
              <a:defRPr sz="1200">
                <a:solidFill>
                  <a:srgbClr val="ECF0F1"/>
                </a:solidFill>
              </a:defRPr>
            </a:pPr>
            <a:r>
              <a:t>ГиоПика - Где прошла ты.mp3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CF0F1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1C40F"/>
                </a:solidFill>
              </a:defRPr>
            </a:pPr>
            <a:r>
              <a:t>Трек #4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🎤 Исполнитель:</a:t>
            </a:r>
          </a:p>
          <a:p>
            <a:pPr>
              <a:defRPr sz="2000" b="1">
                <a:solidFill>
                  <a:srgbClr val="2980B9"/>
                </a:solidFill>
              </a:defRPr>
            </a:pPr>
            <a:r>
              <a:t>GAYAZOV BROTHER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🎵 Название трека: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pyanyjj_tuman</a:t>
            </a:r>
          </a:p>
          <a:p>
            <a:pPr>
              <a:defRPr b="1" sz="1400">
                <a:solidFill>
                  <a:srgbClr val="ECF0F1"/>
                </a:solidFill>
              </a:defRPr>
            </a:pPr>
            <a:r>
              <a:t>📁 Оригинальный файл:</a:t>
            </a:r>
          </a:p>
          <a:p>
            <a:pPr>
              <a:defRPr sz="1200">
                <a:solidFill>
                  <a:srgbClr val="ECF0F1"/>
                </a:solidFill>
              </a:defRPr>
            </a:pPr>
            <a:r>
              <a:t>GAYAZOV_BROTHER_-_Pyanyjj_tuman_62788609.mp3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CF0F1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1C40F"/>
                </a:solidFill>
              </a:defRPr>
            </a:pPr>
            <a:r>
              <a:t>Трек #5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🎤 Исполнитель:</a:t>
            </a:r>
          </a:p>
          <a:p>
            <a:pPr>
              <a:defRPr sz="2000" b="1">
                <a:solidFill>
                  <a:srgbClr val="2980B9"/>
                </a:solidFill>
              </a:defRPr>
            </a:pPr>
            <a:r>
              <a:t>Анна асти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🎵 Название трека: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По барам</a:t>
            </a:r>
          </a:p>
          <a:p>
            <a:pPr>
              <a:defRPr b="1" sz="1400">
                <a:solidFill>
                  <a:srgbClr val="ECF0F1"/>
                </a:solidFill>
              </a:defRPr>
            </a:pPr>
            <a:r>
              <a:t>📁 Оригинальный файл:</a:t>
            </a:r>
          </a:p>
          <a:p>
            <a:pPr>
              <a:defRPr sz="1200">
                <a:solidFill>
                  <a:srgbClr val="ECF0F1"/>
                </a:solidFill>
              </a:defRPr>
            </a:pPr>
            <a:r>
              <a:t>Анна асти - По барам.mp3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CF0F1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1C40F"/>
                </a:solidFill>
              </a:defRPr>
            </a:pPr>
            <a:r>
              <a:t>Статистика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📊 Всего треков: 5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🎤 Уникальных исполнителей: 3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⏱️ Общая продолжительность: ~2.5 минут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📅 Дата генерации: 18.10.2025 17:49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